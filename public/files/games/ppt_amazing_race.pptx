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71" r:id="rId7"/>
    <p:sldId id="272" r:id="rId8"/>
    <p:sldId id="273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744B-6CC8-4ED2-8A71-07BEB184F142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1B5B8-D539-4E5C-A527-7E3AD844C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9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744B-6CC8-4ED2-8A71-07BEB184F142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1B5B8-D539-4E5C-A527-7E3AD844C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744B-6CC8-4ED2-8A71-07BEB184F142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1B5B8-D539-4E5C-A527-7E3AD844C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28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744B-6CC8-4ED2-8A71-07BEB184F142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1B5B8-D539-4E5C-A527-7E3AD844C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43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744B-6CC8-4ED2-8A71-07BEB184F142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1B5B8-D539-4E5C-A527-7E3AD844C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916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744B-6CC8-4ED2-8A71-07BEB184F142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1B5B8-D539-4E5C-A527-7E3AD844C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53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744B-6CC8-4ED2-8A71-07BEB184F142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1B5B8-D539-4E5C-A527-7E3AD844C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85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744B-6CC8-4ED2-8A71-07BEB184F142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1B5B8-D539-4E5C-A527-7E3AD844C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741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744B-6CC8-4ED2-8A71-07BEB184F142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1B5B8-D539-4E5C-A527-7E3AD844C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9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744B-6CC8-4ED2-8A71-07BEB184F142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1B5B8-D539-4E5C-A527-7E3AD844C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744B-6CC8-4ED2-8A71-07BEB184F142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1B5B8-D539-4E5C-A527-7E3AD844C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91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6744B-6CC8-4ED2-8A71-07BEB184F142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1B5B8-D539-4E5C-A527-7E3AD844C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9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slide" Target="slide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slide" Target="slide4.xml"/><Relationship Id="rId12" Type="http://schemas.openxmlformats.org/officeDocument/2006/relationships/slide" Target="slide6.xml"/><Relationship Id="rId17" Type="http://schemas.openxmlformats.org/officeDocument/2006/relationships/image" Target="../media/image12.gif"/><Relationship Id="rId2" Type="http://schemas.openxmlformats.org/officeDocument/2006/relationships/image" Target="../media/image5.png"/><Relationship Id="rId16" Type="http://schemas.openxmlformats.org/officeDocument/2006/relationships/image" Target="../media/image11.gif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11" Type="http://schemas.openxmlformats.org/officeDocument/2006/relationships/slide" Target="slide7.xml"/><Relationship Id="rId5" Type="http://schemas.openxmlformats.org/officeDocument/2006/relationships/image" Target="../media/image7.png"/><Relationship Id="rId15" Type="http://schemas.microsoft.com/office/2007/relationships/hdphoto" Target="../media/hdphoto4.wdp"/><Relationship Id="rId10" Type="http://schemas.openxmlformats.org/officeDocument/2006/relationships/slide" Target="slide8.xml"/><Relationship Id="rId4" Type="http://schemas.openxmlformats.org/officeDocument/2006/relationships/slide" Target="slide5.xml"/><Relationship Id="rId9" Type="http://schemas.openxmlformats.org/officeDocument/2006/relationships/image" Target="../media/image8.png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4.jpe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5.wdp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4.jpe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5.wdp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4.jpe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5.wdp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4.jpe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5.wdp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4.jpe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5.wdp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4.jpe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5.wdp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\Desktop\Tai nguyen thiet ke tro choi\Bảng gỗ\images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62050"/>
            <a:ext cx="36576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209550"/>
            <a:ext cx="243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Cuộc</a:t>
            </a:r>
            <a:r>
              <a:rPr lang="en-US" sz="3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Đua</a:t>
            </a:r>
            <a:endParaRPr lang="en-US" sz="36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sz="3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Thú</a:t>
            </a:r>
            <a:endParaRPr lang="en-US" sz="36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C:\Users\ADMIN\Desktop\Tai nguyen thiet ke tro choi\Bảng gỗ\bat dau.png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455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153894"/>
            <a:ext cx="2014537" cy="85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070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3" descr="C:\Users\ADMIN\Desktop\Picture1 (2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11" y="749707"/>
            <a:ext cx="1610411" cy="121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5" descr="Hình ảnh có liên quan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1111" y1="6667" x2="66222" y2="43556"/>
                        <a14:foregroundMark x1="54667" y1="5333" x2="32889" y2="15556"/>
                        <a14:foregroundMark x1="44889" y1="15556" x2="56889" y2="38222"/>
                        <a14:foregroundMark x1="37333" y1="24889" x2="49333" y2="51556"/>
                        <a14:foregroundMark x1="31111" y1="28889" x2="40889" y2="58222"/>
                        <a14:foregroundMark x1="20889" y1="28889" x2="35111" y2="68889"/>
                        <a14:foregroundMark x1="12889" y1="38222" x2="24889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9325">
            <a:off x="7782367" y="1644200"/>
            <a:ext cx="683962" cy="4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5" descr="Hình ảnh có liên quan">
            <a:hlinkClick r:id="rId7" action="ppaction://hlinksldjump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1111" y1="6667" x2="66222" y2="43556"/>
                        <a14:foregroundMark x1="54667" y1="5333" x2="32889" y2="15556"/>
                        <a14:foregroundMark x1="44889" y1="15556" x2="56889" y2="38222"/>
                        <a14:foregroundMark x1="37333" y1="24889" x2="49333" y2="51556"/>
                        <a14:foregroundMark x1="31111" y1="28889" x2="40889" y2="58222"/>
                        <a14:foregroundMark x1="20889" y1="28889" x2="35111" y2="68889"/>
                        <a14:foregroundMark x1="12889" y1="38222" x2="24889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9325">
            <a:off x="4962967" y="1644200"/>
            <a:ext cx="683962" cy="4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15" descr="Hình ảnh có liên quan">
            <a:hlinkClick r:id="rId8" action="ppaction://hlinksldjump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1111" y1="6667" x2="66222" y2="43556"/>
                        <a14:foregroundMark x1="54667" y1="5333" x2="32889" y2="15556"/>
                        <a14:foregroundMark x1="44889" y1="15556" x2="56889" y2="38222"/>
                        <a14:foregroundMark x1="37333" y1="24889" x2="49333" y2="51556"/>
                        <a14:foregroundMark x1="31111" y1="28889" x2="40889" y2="58222"/>
                        <a14:foregroundMark x1="20889" y1="28889" x2="35111" y2="68889"/>
                        <a14:foregroundMark x1="12889" y1="38222" x2="24889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9325">
            <a:off x="2372167" y="1644200"/>
            <a:ext cx="683962" cy="4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9" descr="C:\Users\ADMIN\Desktop\Picture3a (2)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31" y="1809750"/>
            <a:ext cx="1414069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5" descr="Hình ảnh có liên quan">
            <a:hlinkClick r:id="rId10" action="ppaction://hlinksldjump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1111" y1="6667" x2="66222" y2="43556"/>
                        <a14:foregroundMark x1="54667" y1="5333" x2="32889" y2="15556"/>
                        <a14:foregroundMark x1="44889" y1="15556" x2="56889" y2="38222"/>
                        <a14:foregroundMark x1="37333" y1="24889" x2="49333" y2="51556"/>
                        <a14:foregroundMark x1="31111" y1="28889" x2="40889" y2="58222"/>
                        <a14:foregroundMark x1="20889" y1="28889" x2="35111" y2="68889"/>
                        <a14:foregroundMark x1="12889" y1="38222" x2="24889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9325">
            <a:off x="7782367" y="2634800"/>
            <a:ext cx="683962" cy="4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5" descr="Hình ảnh có liên quan">
            <a:hlinkClick r:id="rId11" action="ppaction://hlinksldjump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1111" y1="6667" x2="66222" y2="43556"/>
                        <a14:foregroundMark x1="54667" y1="5333" x2="32889" y2="15556"/>
                        <a14:foregroundMark x1="44889" y1="15556" x2="56889" y2="38222"/>
                        <a14:foregroundMark x1="37333" y1="24889" x2="49333" y2="51556"/>
                        <a14:foregroundMark x1="31111" y1="28889" x2="40889" y2="58222"/>
                        <a14:foregroundMark x1="20889" y1="28889" x2="35111" y2="68889"/>
                        <a14:foregroundMark x1="12889" y1="38222" x2="24889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9325">
            <a:off x="4962967" y="2634800"/>
            <a:ext cx="683962" cy="4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5" descr="Hình ảnh có liên quan">
            <a:hlinkClick r:id="rId12" action="ppaction://hlinksldjump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1111" y1="6667" x2="66222" y2="43556"/>
                        <a14:foregroundMark x1="54667" y1="5333" x2="32889" y2="15556"/>
                        <a14:foregroundMark x1="44889" y1="15556" x2="56889" y2="38222"/>
                        <a14:foregroundMark x1="37333" y1="24889" x2="49333" y2="51556"/>
                        <a14:foregroundMark x1="31111" y1="28889" x2="40889" y2="58222"/>
                        <a14:foregroundMark x1="20889" y1="28889" x2="35111" y2="68889"/>
                        <a14:foregroundMark x1="12889" y1="38222" x2="24889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9325">
            <a:off x="2372167" y="2634800"/>
            <a:ext cx="683962" cy="4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C:\Users\ADMIN\Desktop\Picture6a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76550"/>
            <a:ext cx="2005012" cy="1129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5" descr="Hình ảnh có liên quan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1111" y1="6667" x2="66222" y2="43556"/>
                        <a14:foregroundMark x1="54667" y1="5333" x2="32889" y2="15556"/>
                        <a14:foregroundMark x1="44889" y1="15556" x2="56889" y2="38222"/>
                        <a14:foregroundMark x1="37333" y1="24889" x2="49333" y2="51556"/>
                        <a14:foregroundMark x1="31111" y1="28889" x2="40889" y2="58222"/>
                        <a14:foregroundMark x1="20889" y1="28889" x2="35111" y2="68889"/>
                        <a14:foregroundMark x1="12889" y1="38222" x2="24889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9325">
            <a:off x="7782367" y="3625400"/>
            <a:ext cx="683962" cy="4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5" descr="Hình ảnh có liên quan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1111" y1="6667" x2="66222" y2="43556"/>
                        <a14:foregroundMark x1="54667" y1="5333" x2="32889" y2="15556"/>
                        <a14:foregroundMark x1="44889" y1="15556" x2="56889" y2="38222"/>
                        <a14:foregroundMark x1="37333" y1="24889" x2="49333" y2="51556"/>
                        <a14:foregroundMark x1="31111" y1="28889" x2="40889" y2="58222"/>
                        <a14:foregroundMark x1="20889" y1="28889" x2="35111" y2="68889"/>
                        <a14:foregroundMark x1="12889" y1="38222" x2="24889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9325">
            <a:off x="4944871" y="3625400"/>
            <a:ext cx="683962" cy="4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5" descr="Hình ảnh có liên quan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1111" y1="6667" x2="66222" y2="43556"/>
                        <a14:foregroundMark x1="54667" y1="5333" x2="32889" y2="15556"/>
                        <a14:foregroundMark x1="44889" y1="15556" x2="56889" y2="38222"/>
                        <a14:foregroundMark x1="37333" y1="24889" x2="49333" y2="51556"/>
                        <a14:foregroundMark x1="31111" y1="28889" x2="40889" y2="58222"/>
                        <a14:foregroundMark x1="20889" y1="28889" x2="35111" y2="68889"/>
                        <a14:foregroundMark x1="12889" y1="38222" x2="24889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9325">
            <a:off x="2372167" y="3625400"/>
            <a:ext cx="683962" cy="4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1" descr="C:\Users\ADMIN\Desktop\Picture7 (2)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19550"/>
            <a:ext cx="1825031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5" descr="Hình ảnh có liên quan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1111" y1="6667" x2="66222" y2="43556"/>
                        <a14:foregroundMark x1="54667" y1="5333" x2="32889" y2="15556"/>
                        <a14:foregroundMark x1="44889" y1="15556" x2="56889" y2="38222"/>
                        <a14:foregroundMark x1="37333" y1="24889" x2="49333" y2="51556"/>
                        <a14:foregroundMark x1="31111" y1="28889" x2="40889" y2="58222"/>
                        <a14:foregroundMark x1="20889" y1="28889" x2="35111" y2="68889"/>
                        <a14:foregroundMark x1="12889" y1="38222" x2="24889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9325">
            <a:off x="7782367" y="4616000"/>
            <a:ext cx="683962" cy="4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5" descr="Hình ảnh có liên quan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1111" y1="6667" x2="66222" y2="43556"/>
                        <a14:foregroundMark x1="54667" y1="5333" x2="32889" y2="15556"/>
                        <a14:foregroundMark x1="44889" y1="15556" x2="56889" y2="38222"/>
                        <a14:foregroundMark x1="37333" y1="24889" x2="49333" y2="51556"/>
                        <a14:foregroundMark x1="31111" y1="28889" x2="40889" y2="58222"/>
                        <a14:foregroundMark x1="20889" y1="28889" x2="35111" y2="68889"/>
                        <a14:foregroundMark x1="12889" y1="38222" x2="24889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9325">
            <a:off x="4962967" y="4616000"/>
            <a:ext cx="683962" cy="4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5" descr="Hình ảnh có liên quan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1111" y1="6667" x2="66222" y2="43556"/>
                        <a14:foregroundMark x1="54667" y1="5333" x2="32889" y2="15556"/>
                        <a14:foregroundMark x1="44889" y1="15556" x2="56889" y2="38222"/>
                        <a14:foregroundMark x1="37333" y1="24889" x2="49333" y2="51556"/>
                        <a14:foregroundMark x1="31111" y1="28889" x2="40889" y2="58222"/>
                        <a14:foregroundMark x1="20889" y1="28889" x2="35111" y2="68889"/>
                        <a14:foregroundMark x1="12889" y1="38222" x2="24889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9325">
            <a:off x="2372167" y="4616000"/>
            <a:ext cx="683962" cy="45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7"/>
          <p:cNvSpPr/>
          <p:nvPr/>
        </p:nvSpPr>
        <p:spPr>
          <a:xfrm>
            <a:off x="1371600" y="-19050"/>
            <a:ext cx="602921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72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CHÚC MỪNG</a:t>
            </a:r>
          </a:p>
        </p:txBody>
      </p:sp>
      <p:pic>
        <p:nvPicPr>
          <p:cNvPr id="39" name="Picture 2" descr="Kết quả hình ảnh cho FIREWORK GIF"/>
          <p:cNvPicPr>
            <a:picLocks noChangeAspect="1" noChangeArrowheads="1" noCrop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948" y="1020678"/>
            <a:ext cx="2939313" cy="2851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Hình ảnh có liên quan"/>
          <p:cNvPicPr>
            <a:picLocks noChangeAspect="1" noChangeArrowheads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25" y="447674"/>
            <a:ext cx="4762500" cy="466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 40"/>
          <p:cNvSpPr/>
          <p:nvPr/>
        </p:nvSpPr>
        <p:spPr>
          <a:xfrm>
            <a:off x="1341775" y="-19050"/>
            <a:ext cx="602921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72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CHÚC MỪNG</a:t>
            </a:r>
          </a:p>
        </p:txBody>
      </p:sp>
      <p:pic>
        <p:nvPicPr>
          <p:cNvPr id="42" name="Picture 2" descr="Kết quả hình ảnh cho FIREWORK GIF"/>
          <p:cNvPicPr>
            <a:picLocks noChangeAspect="1" noChangeArrowheads="1" noCrop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123" y="1020678"/>
            <a:ext cx="2939313" cy="2851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Hình ảnh có liên quan"/>
          <p:cNvPicPr>
            <a:picLocks noChangeAspect="1" noChangeArrowheads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47674"/>
            <a:ext cx="4762500" cy="466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ectangle 43"/>
          <p:cNvSpPr/>
          <p:nvPr/>
        </p:nvSpPr>
        <p:spPr>
          <a:xfrm>
            <a:off x="1356939" y="-19050"/>
            <a:ext cx="602921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72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CHÚC MỪNG</a:t>
            </a:r>
          </a:p>
        </p:txBody>
      </p:sp>
      <p:pic>
        <p:nvPicPr>
          <p:cNvPr id="45" name="Picture 2" descr="Kết quả hình ảnh cho FIREWORK GIF"/>
          <p:cNvPicPr>
            <a:picLocks noChangeAspect="1" noChangeArrowheads="1" noCrop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287" y="1020678"/>
            <a:ext cx="2939313" cy="2851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 descr="Hình ảnh có liên quan"/>
          <p:cNvPicPr>
            <a:picLocks noChangeAspect="1" noChangeArrowheads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4" y="447674"/>
            <a:ext cx="4762500" cy="466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angle 46"/>
          <p:cNvSpPr/>
          <p:nvPr/>
        </p:nvSpPr>
        <p:spPr>
          <a:xfrm>
            <a:off x="1341775" y="-19050"/>
            <a:ext cx="602921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72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CHÚC MỪNG</a:t>
            </a:r>
          </a:p>
        </p:txBody>
      </p:sp>
      <p:pic>
        <p:nvPicPr>
          <p:cNvPr id="48" name="Picture 2" descr="Kết quả hình ảnh cho FIREWORK GIF"/>
          <p:cNvPicPr>
            <a:picLocks noChangeAspect="1" noChangeArrowheads="1" noCrop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123" y="1020678"/>
            <a:ext cx="2939313" cy="2851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Hình ảnh có liên quan"/>
          <p:cNvPicPr>
            <a:picLocks noChangeAspect="1" noChangeArrowheads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47674"/>
            <a:ext cx="4762500" cy="466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401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68393E-6 L 0.18802 -0.00062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92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802 -0.00062 L 0.46302 -0.00062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302 -0.00062 L 0.85469 -0.00062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83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03423E-6 L 0.17743 -3.03423E-6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743 -4.13506E-6 L 0.45243 -4.13506E-6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243 4.44444E-6 L 0.82743 4.44444E-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0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55103E-6 L 0.16545 0.00894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64" y="4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545 0.00894 L 0.44045 0.00894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045 0.00895 L 0.81545 0.00895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0" y="0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1.53562E-6 L 0.14184 -0.00277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83" y="-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184 -0.00277 L 0.44184 -0.00277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184 -0.00277 L 0.80017 -0.00277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17" y="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38" grpId="0"/>
      <p:bldP spid="38" grpId="1"/>
      <p:bldP spid="41" grpId="0"/>
      <p:bldP spid="41" grpId="1"/>
      <p:bldP spid="44" grpId="0"/>
      <p:bldP spid="44" grpId="1"/>
      <p:bldP spid="47" grpId="0"/>
      <p:bldP spid="4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\Desktop\Picture1aa (2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5498"/>
            <a:ext cx="8242300" cy="459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DMIN\Desktop\white-board-wooden-frame-50a0x500 (2)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349638"/>
            <a:ext cx="5486400" cy="2811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ADMIN\Desktop\Tai nguyen thiet ke tro choi\Bảng gỗ\bf84005075c14b36ce9c5ef0290567c1-wood-boards-vecto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9854" l="0" r="100000">
                        <a14:foregroundMark x1="69962" y1="65828" x2="71356" y2="87130"/>
                        <a14:backgroundMark x1="8250" y1="7445" x2="24875" y2="12847"/>
                        <a14:backgroundMark x1="36125" y1="3212" x2="14625" y2="21752"/>
                        <a14:backgroundMark x1="45750" y1="14745" x2="59750" y2="21460"/>
                        <a14:backgroundMark x1="52500" y1="9927" x2="45000" y2="21898"/>
                        <a14:backgroundMark x1="59875" y1="21460" x2="32125" y2="25547"/>
                        <a14:backgroundMark x1="62000" y1="3650" x2="87750" y2="9489"/>
                        <a14:backgroundMark x1="65625" y1="3504" x2="87375" y2="235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-599436"/>
            <a:ext cx="3276600" cy="246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253184" y="2829103"/>
            <a:ext cx="507603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Bắt đầu bằng </a:t>
            </a:r>
            <a:r>
              <a:rPr lang="vi-VN" sz="3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r, d </a:t>
            </a:r>
            <a:r>
              <a:rPr lang="vi-VN" sz="3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hoặc </a:t>
            </a:r>
            <a:r>
              <a:rPr lang="vi-VN" sz="3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gi</a:t>
            </a:r>
            <a:r>
              <a:rPr lang="vi-VN" sz="3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, có nghĩa kêu lên vì </a:t>
            </a:r>
            <a:r>
              <a:rPr lang="vi-VN" sz="3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vui mừng</a:t>
            </a:r>
            <a:r>
              <a:rPr lang="vi-VN" sz="3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38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0" y="438624"/>
            <a:ext cx="14734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Reo </a:t>
            </a:r>
          </a:p>
        </p:txBody>
      </p:sp>
      <p:pic>
        <p:nvPicPr>
          <p:cNvPr id="1026" name="Picture 2" descr="C:\Users\ADMIN\Desktop\Tai nguyen thiet ke tro choi\Bảng gỗ\1a.png">
            <a:hlinkClick r:id="rId6" action="ppaction://hlinksldjump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431" y="11877"/>
            <a:ext cx="1680369" cy="79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85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\Desktop\Picture1aa (2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5498"/>
            <a:ext cx="8242300" cy="459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DMIN\Desktop\white-board-wooden-frame-50a0x500 (2)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349638"/>
            <a:ext cx="5181600" cy="2811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ADMIN\Desktop\Tai nguyen thiet ke tro choi\Bảng gỗ\bf84005075c14b36ce9c5ef0290567c1-wood-boards-vecto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9854" l="0" r="100000">
                        <a14:foregroundMark x1="69962" y1="65828" x2="71356" y2="87130"/>
                        <a14:backgroundMark x1="8250" y1="7445" x2="24875" y2="12847"/>
                        <a14:backgroundMark x1="36125" y1="3212" x2="14625" y2="21752"/>
                        <a14:backgroundMark x1="45750" y1="14745" x2="59750" y2="21460"/>
                        <a14:backgroundMark x1="52500" y1="9927" x2="45000" y2="21898"/>
                        <a14:backgroundMark x1="59875" y1="21460" x2="32125" y2="25547"/>
                        <a14:backgroundMark x1="62000" y1="3650" x2="87750" y2="9489"/>
                        <a14:backgroundMark x1="65625" y1="3504" x2="87375" y2="235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-599437"/>
            <a:ext cx="3276600" cy="280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352800" y="3181350"/>
            <a:ext cx="467839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Bắt đầu bằng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r, d </a:t>
            </a:r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hoặc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gi</a:t>
            </a:r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,</a:t>
            </a:r>
          </a:p>
          <a:p>
            <a:pPr algn="ctr"/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 có nghĩa nói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sai sự thật</a:t>
            </a:r>
            <a:endParaRPr lang="en-US" sz="3400" dirty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69758" y="739273"/>
            <a:ext cx="1261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4800" b="1" i="1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Dối </a:t>
            </a:r>
            <a:endParaRPr lang="en-US" sz="4800" b="1" i="1" dirty="0">
              <a:solidFill>
                <a:srgbClr val="0000FF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026" name="Picture 2" descr="C:\Users\ADMIN\Desktop\Tai nguyen thiet ke tro choi\Bảng gỗ\1a.png">
            <a:hlinkClick r:id="rId6" action="ppaction://hlinksldjump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431" y="11877"/>
            <a:ext cx="1680369" cy="79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78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\Desktop\Picture1aa (2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5498"/>
            <a:ext cx="8242300" cy="459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DMIN\Desktop\white-board-wooden-frame-50a0x500 (2)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349638"/>
            <a:ext cx="5181600" cy="2811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ADMIN\Desktop\Tai nguyen thiet ke tro choi\Bảng gỗ\bf84005075c14b36ce9c5ef0290567c1-wood-boards-vecto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9854" l="0" r="100000">
                        <a14:foregroundMark x1="69962" y1="65828" x2="71356" y2="87130"/>
                        <a14:backgroundMark x1="8250" y1="7445" x2="24875" y2="12847"/>
                        <a14:backgroundMark x1="36125" y1="3212" x2="14625" y2="21752"/>
                        <a14:backgroundMark x1="45750" y1="14745" x2="59750" y2="21460"/>
                        <a14:backgroundMark x1="52500" y1="9927" x2="45000" y2="21898"/>
                        <a14:backgroundMark x1="59875" y1="21460" x2="32125" y2="25547"/>
                        <a14:backgroundMark x1="62000" y1="3650" x2="87750" y2="9489"/>
                        <a14:backgroundMark x1="65625" y1="3504" x2="87375" y2="235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-599437"/>
            <a:ext cx="3276600" cy="280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910446" y="756701"/>
            <a:ext cx="1380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Gieo</a:t>
            </a:r>
            <a:endParaRPr lang="en-US" sz="48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:\Users\ADMIN\Desktop\Tai nguyen thiet ke tro choi\Bảng gỗ\1a.png">
            <a:hlinkClick r:id="rId6" action="ppaction://hlinksldjump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431" y="11877"/>
            <a:ext cx="1680369" cy="79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48F5EC32-409E-A577-6F81-C56DA0724686}"/>
              </a:ext>
            </a:extLst>
          </p:cNvPr>
          <p:cNvSpPr txBox="1"/>
          <p:nvPr/>
        </p:nvSpPr>
        <p:spPr>
          <a:xfrm>
            <a:off x="3352800" y="2930664"/>
            <a:ext cx="467839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Bắt đầu bằng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r, d </a:t>
            </a:r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hoặc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gi</a:t>
            </a:r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,</a:t>
            </a:r>
          </a:p>
          <a:p>
            <a:pPr algn="ctr"/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 có nghĩa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rắc hát xuống đất để mọc thành cây</a:t>
            </a:r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.</a:t>
            </a:r>
            <a:endParaRPr lang="en-US" sz="3400" dirty="0">
              <a:solidFill>
                <a:srgbClr val="0000FF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78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064D6-7254-DD7E-F6BD-E16BBDB63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\Desktop\Picture1aa (2).png">
            <a:extLst>
              <a:ext uri="{FF2B5EF4-FFF2-40B4-BE49-F238E27FC236}">
                <a16:creationId xmlns:a16="http://schemas.microsoft.com/office/drawing/2014/main" id="{9622C0D5-EF6E-A95B-C730-E8BD71137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5498"/>
            <a:ext cx="8242300" cy="459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DMIN\Desktop\white-board-wooden-frame-50a0x500 (2)a.jpg">
            <a:extLst>
              <a:ext uri="{FF2B5EF4-FFF2-40B4-BE49-F238E27FC236}">
                <a16:creationId xmlns:a16="http://schemas.microsoft.com/office/drawing/2014/main" id="{DC163636-CDC1-3C4C-CD37-8A9062FD0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349638"/>
            <a:ext cx="5181600" cy="2811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ADMIN\Desktop\Tai nguyen thiet ke tro choi\Bảng gỗ\bf84005075c14b36ce9c5ef0290567c1-wood-boards-vector.png">
            <a:extLst>
              <a:ext uri="{FF2B5EF4-FFF2-40B4-BE49-F238E27FC236}">
                <a16:creationId xmlns:a16="http://schemas.microsoft.com/office/drawing/2014/main" id="{135554B9-7B9E-C374-A986-E7CAC97F5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9854" l="0" r="100000">
                        <a14:foregroundMark x1="69962" y1="65828" x2="71356" y2="87130"/>
                        <a14:backgroundMark x1="8250" y1="7445" x2="24875" y2="12847"/>
                        <a14:backgroundMark x1="36125" y1="3212" x2="14625" y2="21752"/>
                        <a14:backgroundMark x1="45750" y1="14745" x2="59750" y2="21460"/>
                        <a14:backgroundMark x1="52500" y1="9927" x2="45000" y2="21898"/>
                        <a14:backgroundMark x1="59875" y1="21460" x2="32125" y2="25547"/>
                        <a14:backgroundMark x1="62000" y1="3650" x2="87750" y2="9489"/>
                        <a14:backgroundMark x1="65625" y1="3504" x2="87375" y2="235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-599437"/>
            <a:ext cx="3276600" cy="280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F600C6-7509-381F-520C-0D93BF22D504}"/>
              </a:ext>
            </a:extLst>
          </p:cNvPr>
          <p:cNvSpPr txBox="1"/>
          <p:nvPr/>
        </p:nvSpPr>
        <p:spPr>
          <a:xfrm>
            <a:off x="5046701" y="756701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4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endParaRPr lang="en-US" sz="48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:\Users\ADMIN\Desktop\Tai nguyen thiet ke tro choi\Bảng gỗ\1a.png">
            <a:hlinkClick r:id="rId6" action="ppaction://hlinksldjump"/>
            <a:extLst>
              <a:ext uri="{FF2B5EF4-FFF2-40B4-BE49-F238E27FC236}">
                <a16:creationId xmlns:a16="http://schemas.microsoft.com/office/drawing/2014/main" id="{84D8C23B-105D-924D-8028-19CB87B66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431" y="11877"/>
            <a:ext cx="1680369" cy="79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272BDDAC-A72D-CEA7-61A7-0ED88037441A}"/>
              </a:ext>
            </a:extLst>
          </p:cNvPr>
          <p:cNvSpPr txBox="1"/>
          <p:nvPr/>
        </p:nvSpPr>
        <p:spPr>
          <a:xfrm>
            <a:off x="3352800" y="2930664"/>
            <a:ext cx="467839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Có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dấu hỏi</a:t>
            </a:r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 hoặc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dấu ngã</a:t>
            </a:r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, có nghĩa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ngược lại với thật</a:t>
            </a:r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.</a:t>
            </a:r>
            <a:endParaRPr lang="en-US" sz="3400" dirty="0">
              <a:solidFill>
                <a:srgbClr val="0000FF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27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6BFC7-D252-D039-A7EE-8186A8E69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\Desktop\Picture1aa (2).png">
            <a:extLst>
              <a:ext uri="{FF2B5EF4-FFF2-40B4-BE49-F238E27FC236}">
                <a16:creationId xmlns:a16="http://schemas.microsoft.com/office/drawing/2014/main" id="{040465AD-EA9C-425B-35BA-F1E0AD004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5498"/>
            <a:ext cx="8242300" cy="459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DMIN\Desktop\white-board-wooden-frame-50a0x500 (2)a.jpg">
            <a:extLst>
              <a:ext uri="{FF2B5EF4-FFF2-40B4-BE49-F238E27FC236}">
                <a16:creationId xmlns:a16="http://schemas.microsoft.com/office/drawing/2014/main" id="{5C6FFDFA-60DB-40DD-29F0-91BBB5334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349638"/>
            <a:ext cx="5181600" cy="2811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ADMIN\Desktop\Tai nguyen thiet ke tro choi\Bảng gỗ\bf84005075c14b36ce9c5ef0290567c1-wood-boards-vector.png">
            <a:extLst>
              <a:ext uri="{FF2B5EF4-FFF2-40B4-BE49-F238E27FC236}">
                <a16:creationId xmlns:a16="http://schemas.microsoft.com/office/drawing/2014/main" id="{FACED142-CE0E-C6CB-95D0-E76052692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9854" l="0" r="100000">
                        <a14:foregroundMark x1="69962" y1="65828" x2="71356" y2="87130"/>
                        <a14:backgroundMark x1="8250" y1="7445" x2="24875" y2="12847"/>
                        <a14:backgroundMark x1="36125" y1="3212" x2="14625" y2="21752"/>
                        <a14:backgroundMark x1="45750" y1="14745" x2="59750" y2="21460"/>
                        <a14:backgroundMark x1="52500" y1="9927" x2="45000" y2="21898"/>
                        <a14:backgroundMark x1="59875" y1="21460" x2="32125" y2="25547"/>
                        <a14:backgroundMark x1="62000" y1="3650" x2="87750" y2="9489"/>
                        <a14:backgroundMark x1="65625" y1="3504" x2="87375" y2="235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-599437"/>
            <a:ext cx="3276600" cy="280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0E6F86-2B00-49D7-6C44-84D876319DC7}"/>
              </a:ext>
            </a:extLst>
          </p:cNvPr>
          <p:cNvSpPr txBox="1"/>
          <p:nvPr/>
        </p:nvSpPr>
        <p:spPr>
          <a:xfrm>
            <a:off x="5102005" y="756701"/>
            <a:ext cx="997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4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</a:p>
        </p:txBody>
      </p:sp>
      <p:pic>
        <p:nvPicPr>
          <p:cNvPr id="1026" name="Picture 2" descr="C:\Users\ADMIN\Desktop\Tai nguyen thiet ke tro choi\Bảng gỗ\1a.png">
            <a:hlinkClick r:id="rId6" action="ppaction://hlinksldjump"/>
            <a:extLst>
              <a:ext uri="{FF2B5EF4-FFF2-40B4-BE49-F238E27FC236}">
                <a16:creationId xmlns:a16="http://schemas.microsoft.com/office/drawing/2014/main" id="{5AEBE0F8-C519-DB43-514C-2831EADCA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431" y="11877"/>
            <a:ext cx="1680369" cy="79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EB475BEA-386D-5DE8-8137-0E2F6808B925}"/>
              </a:ext>
            </a:extLst>
          </p:cNvPr>
          <p:cNvSpPr txBox="1"/>
          <p:nvPr/>
        </p:nvSpPr>
        <p:spPr>
          <a:xfrm>
            <a:off x="3352800" y="2930664"/>
            <a:ext cx="467839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Có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dấu hỏi</a:t>
            </a:r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 hoặc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dấu ngã</a:t>
            </a:r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, có nghĩa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ngược lại với lành (hiền).</a:t>
            </a:r>
            <a:endParaRPr lang="en-US" sz="3400" dirty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3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FA994-7E22-8154-1599-E736F3BD3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\Desktop\Picture1aa (2).png">
            <a:extLst>
              <a:ext uri="{FF2B5EF4-FFF2-40B4-BE49-F238E27FC236}">
                <a16:creationId xmlns:a16="http://schemas.microsoft.com/office/drawing/2014/main" id="{FC67B394-6A20-16DF-135E-39E697A8A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5498"/>
            <a:ext cx="8242300" cy="459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DMIN\Desktop\white-board-wooden-frame-50a0x500 (2)a.jpg">
            <a:extLst>
              <a:ext uri="{FF2B5EF4-FFF2-40B4-BE49-F238E27FC236}">
                <a16:creationId xmlns:a16="http://schemas.microsoft.com/office/drawing/2014/main" id="{2DFFA5F8-4A41-AF3E-5012-13A4AF9E5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349638"/>
            <a:ext cx="5181600" cy="2811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ADMIN\Desktop\Tai nguyen thiet ke tro choi\Bảng gỗ\bf84005075c14b36ce9c5ef0290567c1-wood-boards-vector.png">
            <a:extLst>
              <a:ext uri="{FF2B5EF4-FFF2-40B4-BE49-F238E27FC236}">
                <a16:creationId xmlns:a16="http://schemas.microsoft.com/office/drawing/2014/main" id="{A8337F15-6BD7-6B6F-9E66-C08853FB2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9854" l="0" r="100000">
                        <a14:foregroundMark x1="69962" y1="65828" x2="71356" y2="87130"/>
                        <a14:backgroundMark x1="8250" y1="7445" x2="24875" y2="12847"/>
                        <a14:backgroundMark x1="36125" y1="3212" x2="14625" y2="21752"/>
                        <a14:backgroundMark x1="45750" y1="14745" x2="59750" y2="21460"/>
                        <a14:backgroundMark x1="52500" y1="9927" x2="45000" y2="21898"/>
                        <a14:backgroundMark x1="59875" y1="21460" x2="32125" y2="25547"/>
                        <a14:backgroundMark x1="62000" y1="3650" x2="87750" y2="9489"/>
                        <a14:backgroundMark x1="65625" y1="3504" x2="87375" y2="235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-599437"/>
            <a:ext cx="3276600" cy="280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A14F83-76FE-2257-B16C-92CAEE2FA8E2}"/>
              </a:ext>
            </a:extLst>
          </p:cNvPr>
          <p:cNvSpPr txBox="1"/>
          <p:nvPr/>
        </p:nvSpPr>
        <p:spPr>
          <a:xfrm>
            <a:off x="4815870" y="756701"/>
            <a:ext cx="1569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4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Hẻm </a:t>
            </a:r>
            <a:endParaRPr lang="en-US" sz="48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:\Users\ADMIN\Desktop\Tai nguyen thiet ke tro choi\Bảng gỗ\1a.png">
            <a:hlinkClick r:id="rId6" action="ppaction://hlinksldjump"/>
            <a:extLst>
              <a:ext uri="{FF2B5EF4-FFF2-40B4-BE49-F238E27FC236}">
                <a16:creationId xmlns:a16="http://schemas.microsoft.com/office/drawing/2014/main" id="{330E2EF1-9D63-FA11-6871-1E2EC371B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431" y="11877"/>
            <a:ext cx="1680369" cy="79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DE63769E-72B1-B61D-922A-133F554A3095}"/>
              </a:ext>
            </a:extLst>
          </p:cNvPr>
          <p:cNvSpPr txBox="1"/>
          <p:nvPr/>
        </p:nvSpPr>
        <p:spPr>
          <a:xfrm>
            <a:off x="3352800" y="2681838"/>
            <a:ext cx="467839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Có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dấu hỏi</a:t>
            </a:r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 hoặc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dấu ngã</a:t>
            </a:r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, có nghĩa </a:t>
            </a:r>
            <a:r>
              <a:rPr lang="vi-VN" sz="3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đường nhỏ và hẹp trong làng xóm, phố phường</a:t>
            </a:r>
            <a:r>
              <a:rPr lang="vi-VN" sz="34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rPr>
              <a:t>.</a:t>
            </a:r>
            <a:endParaRPr lang="en-US" sz="3400" dirty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98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123</Words>
  <Application>Microsoft Office PowerPoint</Application>
  <PresentationFormat>Trình chiếu Trên màn hình (16:9)</PresentationFormat>
  <Paragraphs>20</Paragraphs>
  <Slides>8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Lai Phan</cp:lastModifiedBy>
  <cp:revision>30</cp:revision>
  <dcterms:created xsi:type="dcterms:W3CDTF">2018-01-02T14:41:22Z</dcterms:created>
  <dcterms:modified xsi:type="dcterms:W3CDTF">2026-05-11T16:28:32Z</dcterms:modified>
</cp:coreProperties>
</file>